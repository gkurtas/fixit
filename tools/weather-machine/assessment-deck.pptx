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the canonical first run of the Rebuild Playbook. Stephen built the Weather Machine in his own account; we pulled it down read-only, evaluated it, and produced an assessment + rebuild plan. No code has been generated yet — that waits on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captured provenance (URL + SHA) before deleting .git, because once the git link is gone the SHA is unrecoverable. Then chmod read-only as belt-and-suspenders. The clean secrets scan is the green light to keep going.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 comes from the code, not the README's claims. The headline subtlety: the audience. The live URL is a public cloudfront.net address, which reads as internet-facing — but the intended consumer is the internal newsroom, behind Okta. That single fact flips the whole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Classified on the public URL alone you'd call it Pattern D and route it off-platform. Reframed to the real internal audience, it's a Pattern C hybrid, and the public delivery becomes the headline finding to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High findings, both about the missing gate: the public delivery (F1) and the absent network boundary (F2). The Mediums are the Pattern A reshape plus the org ownership transfer. The Lows are minor — and the backend itself generated almost no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slide: this isn't a teardown. The backend is a model of how the platform wants it done. The work is concentrated on the front-end delivery and the ownership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boundary is specified first because it's what makes everything else safe to run — even though the builder provisions it last. Steps 2-4 are what Claude Code generates once the plan is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three calls already made. Right: the network/identity items the operator provisions — Claude Code produces this spec but cannot build it. These are the only pieces outside the fixit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discipline: we stop here. The assessment and plan are the deliverable; code generation is a separate, explicit go. Ask the team for sign-off on the plan and the builder-spec hand-off.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1E2C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291840" cy="3291840"/>
          </a:xfrm>
          <a:prstGeom prst="ellipse">
            <a:avLst/>
          </a:prstGeom>
          <a:solidFill>
            <a:srgbClr val="1E2C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REBUILD PLAYBOOK  ·  ASSESS → GAP → REBUILD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Assessment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Philadelphia Weather Machine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externally-built newsroom tool, evaluated against the platform patterns and replanned for a conforming, org-owned rebuild — behind the Okta gate.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47548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57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Inquirer · IT / Systems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 ·  Assessed 2026-06-23  ·  source: sstirling/storm-notify @ d25b021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INTAKE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pulled read-only; clone broken 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92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github.com/sstirling/storm-notify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6583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7340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ASSESSED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7340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d25b021  (d25b0214…)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6583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575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5753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Stirling — personal account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6583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416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4416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./_source — git link stripped, read-only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43800" y="178308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16233D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SCAN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7818120" y="33832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credential committed.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is gitignored; .env.example ships an empty key placeholder. The only sk-ant strings are doc placeholders.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rule #1: the source repo is read-only — clone, read, leave untouched. Every change lands in a separate, org-owned fixit repo.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INVENTORY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tool actually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·  fires-and-stops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EventBridge → Lambda (+Bedrock)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rate(3 min) invokes a Lambda handler(event) — no serve loop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NWS / IEM weather jargon to plain language via Claude Sonnet 4.6 on Bedrock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fidelity guardrail; writes feed.json to private S3; DynamoDB cache + dedup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alerts for matching warnings + storm-report digests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 ·  always-on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page (HTML / CSS / vanilla JS)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6520" y="278892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feed.json; falls back to live NWS / IEM APIs if stale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map: warning polygons, watch areas, radar overlay, storm-report dots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on browser timers; remembers radar on/off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/ session / auth code anywhere in the app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calls  </a:t>
            </a:r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api.weather.gov · IEM mesonet · RainViewer radar · Slack webhook · AWS (Bedrock, DynamoDB, S3, SSM)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 </a:t>
            </a:r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 in SSM SecureString · Bedrock needs no key (role is the credential) · Anthropic API key only in the local dev runner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</a:t>
            </a:r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newsroom users, gated behind Okta — the public CloudFront URL is misleading.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CLASSIFY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audience reframe changes everything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1E2C4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unauthenticated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Route 53 → CloudFront → private S3, live on a public cloudfront.net URL. On the surface it leaves the internal platform.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3154680"/>
            <a:ext cx="868680" cy="64008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6720840" y="1828800"/>
            <a:ext cx="4800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2377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C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99516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— gated dashboard + AI backend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361188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A Okta-gated EC2 dashboard 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feed.json from S3, fed by a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 EventBridge → Lambda(+Bedrock) backend.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internal (not D)  →  has a visited UI (A)  →  also a triggered AI backend (B)  →  both halves = Pattern 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CloudFront delivery is a Pattern D mechanism bolted to what should be a gated Pattern A surface — the central gap, not an asset.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GAP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Findings: as-built vs. Pattern C standard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10512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737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810512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46120" y="173736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1810512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4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9144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989320"/>
                <a:gridCol w="278892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(as-built)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on public CloudFront/S3 — no Okta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ALB/host SG; no SG-to-SG lockdown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boundary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UI host — static files only; no service/health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A 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alias points at CloudFront, not an ALB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A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Personal-account fingerprints (pwm profile, email, naming)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dev runner uses a personal Anthropic API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over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webhook in SSM, not Secrets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SYS-1623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kms:Decrypt on Resource:* (condition-scoped to SSM)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built right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for an external intake, the playbook's signature failure modes are mostly absent. The backend barely moves.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2F5FB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9689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4323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Bedrock role auth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IAM role is the credential — no stored model key to leak or rotate.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2F5FB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59689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24323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Bursty work on Lambda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27889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→ Lambda for a 3-minute job; ~free when idle. No always-on poller.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2F5FB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92277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7581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IAM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scoped to InvokeModel on the model + PutObject on feed.json only.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6118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2F5FB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392277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7581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 by design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41148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dedup for rewrites, Slack sends, and report digests.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2F5FB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524865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50840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auth code in the app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54406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delete — Okta drops in cleanly at the ALB.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93776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2F5FB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28232" y="524865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50840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A↔B contract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54406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feed.json at a known S3 location, with a live-API fallback.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REBUILD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in request-path order: boundary inward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11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boundary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74920" y="2020824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202082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3500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OIDC app + newsroom access group · ALB HTTPS:443 authenticate → forward · host SG accepts app port only from the ALB SG by ID · target group health check on / · DNS → ALB · retire public CloudFront.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2644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099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 the app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74920" y="3209544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20954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page served by a ~30-line zero-dependency Python service under systemd on a dedicated port. EC2 syncs feed.json from S3 same-origin. Backend kept as idempotent handler(event), re-pointed at org resources.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45312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42885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out secrets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74920" y="4398264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43982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727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role stays the prod credential. Slack webhook → Secrets Manager, read at runtime. Front-end EC2 role scoped to s3:GetObject on feed.json only. No secret travels into the fixit repo.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6418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641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5477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platform expectations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74920" y="5586984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558698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59161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units (reboot survival) + feed-sync timer · health endpoint on / · backend idempotency already present · the small explicit C contract already defined.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492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= provisioned by the operator (Claude Code writes the spec)      CODE = generated into the fixit repo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HAND-OFF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decisions and the builder spec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— OPERATOR-CONFIRMED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store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706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Slack webhook to Secrets Manager (SYS-1623).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593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9410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stdlib ThreadingHTTPServer — zero deps; risk neutralized by the ALB+Okta+SG boundary.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7640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inference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11149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Anthropic-SDK dev path; key stays in gitignored .env only.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6233D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SPEC — CC CAN'T PROVISION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Okta: app + access group · redirect /oauth2/idpresponse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SG: open port 8080 from ALB SG &lt;id&gt; only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group: instance:8080, health check /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(HTTPS:443): host-header → authenticate → forward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alias &lt;host&gt; → ALB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cleanup: replace pwm profile, contact email, pwm-* naming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E2C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POINT — FINDINGS FIRST, CODE ON CONFIRMATION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complete.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build the fixit repo.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sign-off, Claude Code generates: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front-end Python service + systemd units + feed-sync timer · the re-pointed Lambda backend with the Slack secret on Secrets Manager · a reshaped CloudFormation template (CloudFront removed, EC2 host added) · a fixit README documenting the architecture, builder spec, and org-cleanup substitutions.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852160"/>
            <a:ext cx="47548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carried forward · nothing written to the source · the fixit repo is org-owned and safe to push.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 Assessment — Philadelphia Weather Machine</dc:title>
  <dc:subject>PptxGenJS Presentation</dc:subject>
  <dc:creator>The Inquirer — IT / Systems</dc:creator>
  <cp:lastModifiedBy>The Inquirer — IT / Systems</cp:lastModifiedBy>
  <cp:revision>1</cp:revision>
  <dcterms:created xsi:type="dcterms:W3CDTF">2026-06-23T21:26:22Z</dcterms:created>
  <dcterms:modified xsi:type="dcterms:W3CDTF">2026-06-23T21:26:22Z</dcterms:modified>
</cp:coreProperties>
</file>